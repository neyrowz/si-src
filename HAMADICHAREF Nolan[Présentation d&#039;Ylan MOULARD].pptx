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70" r:id="rId12"/>
    <p:sldId id="269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DF7"/>
    <a:srgbClr val="C32BAC"/>
    <a:srgbClr val="FF96F9"/>
    <a:srgbClr val="F7F7F7"/>
    <a:srgbClr val="F761A1"/>
    <a:srgbClr val="8C1BAB"/>
    <a:srgbClr val="F05F57"/>
    <a:srgbClr val="360940"/>
    <a:srgbClr val="FDFC47"/>
    <a:srgbClr val="24F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07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6283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78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8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56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780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80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464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674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532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35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591DC-2907-4E3E-9F9B-C06CD72E03AA}" type="datetimeFigureOut">
              <a:rPr lang="fr-FR" smtClean="0"/>
              <a:t>16/09/2021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FD893-BA04-4749-994C-C15DC969B5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963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3338512" y="2762250"/>
            <a:ext cx="5514975" cy="1333500"/>
          </a:xfrm>
          <a:prstGeom prst="roundRect">
            <a:avLst/>
          </a:prstGeom>
          <a:gradFill flip="none" rotWithShape="1">
            <a:gsLst>
              <a:gs pos="0">
                <a:srgbClr val="C165DD"/>
              </a:gs>
              <a:gs pos="100000">
                <a:srgbClr val="5C27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gradFill flip="none" rotWithShape="1">
                <a:gsLst>
                  <a:gs pos="0">
                    <a:schemeClr val="tx1">
                      <a:tint val="66000"/>
                      <a:satMod val="160000"/>
                    </a:schemeClr>
                  </a:gs>
                  <a:gs pos="50000">
                    <a:schemeClr val="tx1">
                      <a:tint val="44500"/>
                      <a:satMod val="160000"/>
                    </a:schemeClr>
                  </a:gs>
                  <a:gs pos="100000">
                    <a:schemeClr val="tx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Ylan</a:t>
            </a:r>
            <a:r>
              <a:rPr lang="fr-FR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Moulard</a:t>
            </a:r>
            <a:endParaRPr lang="fr-F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28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4405311" y="2465289"/>
            <a:ext cx="7786689" cy="2057681"/>
            <a:chOff x="1128712" y="2689224"/>
            <a:chExt cx="7786689" cy="2057681"/>
          </a:xfrm>
        </p:grpSpPr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9509" y="2689224"/>
              <a:ext cx="1661385" cy="1661385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3338513" y="3481816"/>
              <a:ext cx="5576888" cy="471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28712" y="4162130"/>
              <a:ext cx="301604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3200" dirty="0" smtClean="0">
                  <a:solidFill>
                    <a:schemeClr val="bg1"/>
                  </a:solidFill>
                  <a:latin typeface="Consolas" panose="020B0609020204030204" pitchFamily="49" charset="0"/>
                </a:rPr>
                <a:t>Présentation</a:t>
              </a:r>
              <a:endParaRPr lang="fr-FR" sz="32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18" name="Imag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4472" y="4344660"/>
              <a:ext cx="408194" cy="4022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8822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39900"/>
          </a:xfrm>
        </p:spPr>
        <p:txBody>
          <a:bodyPr>
            <a:noAutofit/>
          </a:bodyPr>
          <a:lstStyle/>
          <a:p>
            <a:pPr algn="ctr"/>
            <a:r>
              <a:rPr lang="fr-FR" sz="6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Présentation</a:t>
            </a:r>
            <a:endParaRPr lang="fr-FR" sz="6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 flipH="1">
            <a:off x="6027420" y="2334484"/>
            <a:ext cx="45719" cy="4688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194" y="1231789"/>
            <a:ext cx="1333611" cy="1333611"/>
          </a:xfrm>
          <a:prstGeom prst="rect">
            <a:avLst/>
          </a:prstGeom>
        </p:spPr>
      </p:pic>
      <p:sp>
        <p:nvSpPr>
          <p:cNvPr id="8" name="Rectangle à coins arrondis 7"/>
          <p:cNvSpPr/>
          <p:nvPr/>
        </p:nvSpPr>
        <p:spPr>
          <a:xfrm>
            <a:off x="2235200" y="3159985"/>
            <a:ext cx="4241800" cy="1333500"/>
          </a:xfrm>
          <a:prstGeom prst="roundRect">
            <a:avLst/>
          </a:prstGeom>
          <a:gradFill flip="none" rotWithShape="1">
            <a:gsLst>
              <a:gs pos="1000">
                <a:srgbClr val="C165DD"/>
              </a:gs>
              <a:gs pos="100000">
                <a:srgbClr val="5C27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gradFill flip="none" rotWithShape="1">
                <a:gsLst>
                  <a:gs pos="0">
                    <a:schemeClr val="tx1">
                      <a:tint val="66000"/>
                      <a:satMod val="160000"/>
                    </a:schemeClr>
                  </a:gs>
                  <a:gs pos="50000">
                    <a:schemeClr val="tx1">
                      <a:tint val="44500"/>
                      <a:satMod val="160000"/>
                    </a:schemeClr>
                  </a:gs>
                  <a:gs pos="100000">
                    <a:schemeClr val="tx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62563" y="3472792"/>
            <a:ext cx="279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</a:rPr>
              <a:t>Electronique</a:t>
            </a:r>
            <a:endParaRPr lang="fr-FR" sz="4000" dirty="0">
              <a:solidFill>
                <a:schemeClr val="bg1"/>
              </a:solidFill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0" y="3318735"/>
            <a:ext cx="1027975" cy="1027975"/>
          </a:xfrm>
          <a:prstGeom prst="rect">
            <a:avLst/>
          </a:prstGeom>
        </p:spPr>
      </p:pic>
      <p:sp>
        <p:nvSpPr>
          <p:cNvPr id="15" name="Rectangle à coins arrondis 14"/>
          <p:cNvSpPr/>
          <p:nvPr/>
        </p:nvSpPr>
        <p:spPr>
          <a:xfrm>
            <a:off x="5753100" y="5100272"/>
            <a:ext cx="3797300" cy="1333500"/>
          </a:xfrm>
          <a:prstGeom prst="roundRect">
            <a:avLst/>
          </a:prstGeom>
          <a:gradFill flip="none" rotWithShape="1">
            <a:gsLst>
              <a:gs pos="15000">
                <a:srgbClr val="1153FC"/>
              </a:gs>
              <a:gs pos="100000">
                <a:srgbClr val="5581F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95943" y="5413078"/>
            <a:ext cx="23655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</a:rPr>
              <a:t>Robotique</a:t>
            </a:r>
            <a:endParaRPr lang="fr-FR" sz="4000" dirty="0">
              <a:solidFill>
                <a:schemeClr val="bg1"/>
              </a:solidFill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11" y="5253033"/>
            <a:ext cx="1027975" cy="102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575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 flipH="1">
            <a:off x="6027412" y="-1"/>
            <a:ext cx="45719" cy="57683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5641699" y="2648573"/>
            <a:ext cx="3797300" cy="1333500"/>
          </a:xfrm>
          <a:prstGeom prst="roundRect">
            <a:avLst/>
          </a:prstGeom>
          <a:gradFill flip="none" rotWithShape="1">
            <a:gsLst>
              <a:gs pos="1000">
                <a:srgbClr val="360940"/>
              </a:gs>
              <a:gs pos="100000">
                <a:srgbClr val="F05F57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0200" y="2961378"/>
            <a:ext cx="23655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</a:rPr>
              <a:t>Jeux vidéo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2933478" y="549886"/>
            <a:ext cx="3490913" cy="1333500"/>
          </a:xfrm>
          <a:prstGeom prst="roundRect">
            <a:avLst/>
          </a:prstGeom>
          <a:gradFill flip="none" rotWithShape="1">
            <a:gsLst>
              <a:gs pos="0">
                <a:srgbClr val="FFCB53"/>
              </a:gs>
              <a:gs pos="85000">
                <a:srgbClr val="FF7B0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82477" y="862692"/>
            <a:ext cx="20194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</a:rPr>
              <a:t>Musique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373" y="696661"/>
            <a:ext cx="1039949" cy="1039949"/>
          </a:xfrm>
          <a:prstGeom prst="rect">
            <a:avLst/>
          </a:prstGeom>
        </p:spPr>
      </p:pic>
      <p:pic>
        <p:nvPicPr>
          <p:cNvPr id="1026" name="Picture 2" descr="jeux vidéo  Icône gratu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041" y="2778242"/>
            <a:ext cx="1074159" cy="107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à coins arrondis 16"/>
          <p:cNvSpPr/>
          <p:nvPr/>
        </p:nvSpPr>
        <p:spPr>
          <a:xfrm>
            <a:off x="1859280" y="4747260"/>
            <a:ext cx="4565111" cy="1253556"/>
          </a:xfrm>
          <a:prstGeom prst="roundRect">
            <a:avLst/>
          </a:prstGeom>
          <a:gradFill flip="none" rotWithShape="1">
            <a:gsLst>
              <a:gs pos="0">
                <a:srgbClr val="8C1BAB"/>
              </a:gs>
              <a:gs pos="100000">
                <a:srgbClr val="F761A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gradFill flip="none" rotWithShape="1">
                <a:gsLst>
                  <a:gs pos="0">
                    <a:schemeClr val="tx1">
                      <a:tint val="66000"/>
                      <a:satMod val="160000"/>
                    </a:schemeClr>
                  </a:gs>
                  <a:gs pos="50000">
                    <a:schemeClr val="tx1">
                      <a:tint val="44500"/>
                      <a:satMod val="160000"/>
                    </a:schemeClr>
                  </a:gs>
                  <a:gs pos="100000">
                    <a:schemeClr val="tx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33467" y="4995861"/>
            <a:ext cx="31684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err="1" smtClean="0">
                <a:solidFill>
                  <a:schemeClr val="bg1"/>
                </a:solidFill>
              </a:rPr>
              <a:t>Aorus</a:t>
            </a:r>
            <a:r>
              <a:rPr lang="fr-FR" sz="4000" dirty="0" smtClean="0">
                <a:solidFill>
                  <a:schemeClr val="bg1"/>
                </a:solidFill>
              </a:rPr>
              <a:t> Gaming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5156199" y="4747260"/>
            <a:ext cx="1264469" cy="125355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Picture 8" descr="Events | AORU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560" y="4856602"/>
            <a:ext cx="1030467" cy="103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4305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4405311" y="2465289"/>
            <a:ext cx="7786689" cy="2057681"/>
            <a:chOff x="1128712" y="2689224"/>
            <a:chExt cx="7786689" cy="2057681"/>
          </a:xfrm>
        </p:grpSpPr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9509" y="2689224"/>
              <a:ext cx="1661385" cy="1661385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3338513" y="3481816"/>
              <a:ext cx="5576888" cy="471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28712" y="4162130"/>
              <a:ext cx="301604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3200" dirty="0" smtClean="0">
                  <a:solidFill>
                    <a:schemeClr val="bg1"/>
                  </a:solidFill>
                  <a:latin typeface="Consolas" panose="020B0609020204030204" pitchFamily="49" charset="0"/>
                </a:rPr>
                <a:t>Présentation</a:t>
              </a:r>
              <a:endParaRPr lang="fr-FR" sz="32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4472" y="4344660"/>
              <a:ext cx="408194" cy="402245"/>
            </a:xfrm>
            <a:prstGeom prst="rect">
              <a:avLst/>
            </a:prstGeom>
          </p:spPr>
        </p:pic>
      </p:grpSp>
      <p:sp>
        <p:nvSpPr>
          <p:cNvPr id="16" name="Rectangle 15"/>
          <p:cNvSpPr/>
          <p:nvPr/>
        </p:nvSpPr>
        <p:spPr>
          <a:xfrm>
            <a:off x="6610350" y="3252944"/>
            <a:ext cx="5586412" cy="57070"/>
          </a:xfrm>
          <a:prstGeom prst="rect">
            <a:avLst/>
          </a:prstGeom>
          <a:gradFill flip="none" rotWithShape="1">
            <a:gsLst>
              <a:gs pos="0">
                <a:srgbClr val="24FE41"/>
              </a:gs>
              <a:gs pos="100000">
                <a:srgbClr val="FDFC4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5170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3257881"/>
            <a:ext cx="12192000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0" y="3252205"/>
            <a:ext cx="5586412" cy="57070"/>
          </a:xfrm>
          <a:prstGeom prst="rect">
            <a:avLst/>
          </a:prstGeom>
          <a:gradFill flip="none" rotWithShape="1">
            <a:gsLst>
              <a:gs pos="100000">
                <a:srgbClr val="24FE41"/>
              </a:gs>
              <a:gs pos="0">
                <a:srgbClr val="FDFC4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4273998" y="4283246"/>
            <a:ext cx="36440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Projet Futur</a:t>
            </a:r>
            <a:endParaRPr lang="fr-FR" sz="4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36" name="Picture 2" descr="https://cdn-icons-png.flaticon.com/512/585/58560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12" y="2278233"/>
            <a:ext cx="2005013" cy="200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952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 flipH="1">
            <a:off x="6027420" y="2334484"/>
            <a:ext cx="45719" cy="4688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2" name="Picture 4" descr="https://cdn-icons-png.flaticon.com/512/585/58560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292" y="1051385"/>
            <a:ext cx="1523693" cy="152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39900"/>
          </a:xfrm>
        </p:spPr>
        <p:txBody>
          <a:bodyPr>
            <a:no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Consolas" panose="020B0609020204030204" pitchFamily="49" charset="0"/>
              </a:rPr>
              <a:t>Projet Futur</a:t>
            </a:r>
            <a:endParaRPr lang="fr-FR" sz="6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4315777" y="4132338"/>
            <a:ext cx="3514724" cy="1333500"/>
          </a:xfrm>
          <a:prstGeom prst="roundRect">
            <a:avLst/>
          </a:prstGeom>
          <a:gradFill flip="none" rotWithShape="1">
            <a:gsLst>
              <a:gs pos="0">
                <a:srgbClr val="8C1BAB"/>
              </a:gs>
              <a:gs pos="100000">
                <a:srgbClr val="F761A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gradFill flip="none" rotWithShape="1">
                <a:gsLst>
                  <a:gs pos="0">
                    <a:schemeClr val="tx1">
                      <a:tint val="66000"/>
                      <a:satMod val="160000"/>
                    </a:schemeClr>
                  </a:gs>
                  <a:gs pos="50000">
                    <a:schemeClr val="tx1">
                      <a:tint val="44500"/>
                      <a:satMod val="160000"/>
                    </a:schemeClr>
                  </a:gs>
                  <a:gs pos="100000">
                    <a:schemeClr val="tx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Picture 2" descr="Chip  free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614" y="4291201"/>
            <a:ext cx="1027975" cy="102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433421" y="4454039"/>
            <a:ext cx="31871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</a:rPr>
              <a:t>Seconde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756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Ian Hubert on Twitter: &amp;quot;A little correction though, the splash render is  actually in cycles! That said, it&amp;#39;s kind of a moot distinction; EEVEE&amp;#39;s  been proving great for final render&amp;#39;s. Here&amp;#39;s 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98556" y="0"/>
            <a:ext cx="1291525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s://www.01net.com/i/0/0/fb2/c8e9df11c363866763ea4a90d198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413" y="0"/>
            <a:ext cx="122134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 flipH="1">
            <a:off x="6039554" y="0"/>
            <a:ext cx="45719" cy="65151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5714999" y="5276850"/>
            <a:ext cx="4562475" cy="1295705"/>
          </a:xfrm>
          <a:prstGeom prst="roundRect">
            <a:avLst/>
          </a:prstGeom>
          <a:gradFill flip="none" rotWithShape="1">
            <a:gsLst>
              <a:gs pos="5000">
                <a:srgbClr val="360940"/>
              </a:gs>
              <a:gs pos="100000">
                <a:srgbClr val="F05F57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57843" y="5555953"/>
            <a:ext cx="31529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</a:rPr>
              <a:t>Sound </a:t>
            </a:r>
            <a:r>
              <a:rPr lang="fr-FR" sz="4000" dirty="0" err="1" smtClean="0">
                <a:solidFill>
                  <a:schemeClr val="bg1"/>
                </a:solidFill>
              </a:rPr>
              <a:t>Making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1701800" y="524180"/>
            <a:ext cx="4724400" cy="1333500"/>
          </a:xfrm>
          <a:prstGeom prst="roundRect">
            <a:avLst/>
          </a:prstGeom>
          <a:gradFill flip="none" rotWithShape="1">
            <a:gsLst>
              <a:gs pos="99000">
                <a:srgbClr val="360940"/>
              </a:gs>
              <a:gs pos="0">
                <a:srgbClr val="F05F57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55472" y="835793"/>
            <a:ext cx="29431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err="1" smtClean="0">
                <a:solidFill>
                  <a:schemeClr val="bg1"/>
                </a:solidFill>
              </a:rPr>
              <a:t>Modelisation</a:t>
            </a:r>
            <a:endParaRPr lang="fr-FR" sz="4000" dirty="0">
              <a:solidFill>
                <a:schemeClr val="bg1"/>
              </a:solidFill>
            </a:endParaRPr>
          </a:p>
        </p:txBody>
      </p:sp>
      <p:pic>
        <p:nvPicPr>
          <p:cNvPr id="14" name="Picture 10" descr="modélisation 3d Icône gratui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087" y="676942"/>
            <a:ext cx="1027975" cy="102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Sound waves free 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968" y="5430185"/>
            <a:ext cx="1027975" cy="102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à coins arrondis 3"/>
          <p:cNvSpPr/>
          <p:nvPr/>
        </p:nvSpPr>
        <p:spPr>
          <a:xfrm>
            <a:off x="-190500" y="5276851"/>
            <a:ext cx="2009775" cy="18942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112" name="Picture 16" descr="Blender Logo (with white outline)&amp;quot; iPad Case &amp;amp; Skin by Kalephrex | Redbubbl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4" y="5276850"/>
            <a:ext cx="1419225" cy="174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à coins arrondis 24"/>
          <p:cNvSpPr/>
          <p:nvPr/>
        </p:nvSpPr>
        <p:spPr>
          <a:xfrm>
            <a:off x="10586118" y="-1116424"/>
            <a:ext cx="2980061" cy="2857781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114" name="Picture 18" descr="Télécharger stock fl studio logo png, transparent gratuitemen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3473" y="117290"/>
            <a:ext cx="1360306" cy="143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9549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3257881"/>
            <a:ext cx="12192000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-1" y="3252204"/>
            <a:ext cx="6511925" cy="57809"/>
          </a:xfrm>
          <a:prstGeom prst="rect">
            <a:avLst/>
          </a:prstGeom>
          <a:gradFill flip="none" rotWithShape="1">
            <a:gsLst>
              <a:gs pos="100000">
                <a:srgbClr val="24FE41"/>
              </a:gs>
              <a:gs pos="0">
                <a:srgbClr val="FDFC4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610350" y="3252944"/>
            <a:ext cx="5586412" cy="57070"/>
          </a:xfrm>
          <a:prstGeom prst="rect">
            <a:avLst/>
          </a:prstGeom>
          <a:gradFill flip="none" rotWithShape="1">
            <a:gsLst>
              <a:gs pos="0">
                <a:srgbClr val="24FE41"/>
              </a:gs>
              <a:gs pos="100000">
                <a:srgbClr val="FDFC4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2" descr="https://cdn-icons-png.flaticon.com/512/585/58560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12" y="2278233"/>
            <a:ext cx="2005013" cy="200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4273998" y="4283246"/>
            <a:ext cx="36440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Projet Futur</a:t>
            </a:r>
            <a:endParaRPr lang="fr-FR" sz="4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6188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3252205"/>
            <a:ext cx="5586412" cy="57070"/>
          </a:xfrm>
          <a:prstGeom prst="rect">
            <a:avLst/>
          </a:prstGeom>
          <a:gradFill flip="none" rotWithShape="1">
            <a:gsLst>
              <a:gs pos="100000">
                <a:srgbClr val="24FE41"/>
              </a:gs>
              <a:gs pos="0">
                <a:srgbClr val="FDFC4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5723250" y="3950598"/>
            <a:ext cx="10787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S.I.</a:t>
            </a:r>
            <a:endParaRPr lang="fr-FR" sz="3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1" name="Picture 6" descr="Prototype free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107" y="2429318"/>
            <a:ext cx="1661385" cy="1661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14558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 flipH="1">
            <a:off x="6027419" y="2334485"/>
            <a:ext cx="45719" cy="41425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39900"/>
          </a:xfrm>
        </p:spPr>
        <p:txBody>
          <a:bodyPr>
            <a:no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Consolas" panose="020B0609020204030204" pitchFamily="49" charset="0"/>
              </a:rPr>
              <a:t>Projet Futur</a:t>
            </a:r>
            <a:endParaRPr lang="fr-FR" sz="6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2953508" y="3462469"/>
            <a:ext cx="3514724" cy="1333500"/>
          </a:xfrm>
          <a:prstGeom prst="roundRect">
            <a:avLst/>
          </a:prstGeom>
          <a:gradFill flip="none" rotWithShape="1">
            <a:gsLst>
              <a:gs pos="0">
                <a:srgbClr val="8C1BAB"/>
              </a:gs>
              <a:gs pos="100000">
                <a:srgbClr val="F761A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gradFill flip="none" rotWithShape="1">
                <a:gsLst>
                  <a:gs pos="0">
                    <a:schemeClr val="tx1">
                      <a:tint val="66000"/>
                      <a:satMod val="160000"/>
                    </a:schemeClr>
                  </a:gs>
                  <a:gs pos="50000">
                    <a:schemeClr val="tx1">
                      <a:tint val="44500"/>
                      <a:satMod val="160000"/>
                    </a:schemeClr>
                  </a:gs>
                  <a:gs pos="100000">
                    <a:schemeClr val="tx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98833" y="3775276"/>
            <a:ext cx="18710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</a:rPr>
              <a:t>Robot ?</a:t>
            </a:r>
            <a:endParaRPr lang="fr-FR" sz="4000" dirty="0">
              <a:solidFill>
                <a:schemeClr val="bg1"/>
              </a:solidFill>
            </a:endParaRPr>
          </a:p>
        </p:txBody>
      </p:sp>
      <p:pic>
        <p:nvPicPr>
          <p:cNvPr id="9" name="Picture 6" descr="Prototype free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586" y="1206500"/>
            <a:ext cx="1661385" cy="1661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à coins arrondis 10"/>
          <p:cNvSpPr/>
          <p:nvPr/>
        </p:nvSpPr>
        <p:spPr>
          <a:xfrm>
            <a:off x="5550528" y="5242784"/>
            <a:ext cx="3514724" cy="1333500"/>
          </a:xfrm>
          <a:prstGeom prst="roundRect">
            <a:avLst/>
          </a:prstGeom>
          <a:gradFill flip="none" rotWithShape="1">
            <a:gsLst>
              <a:gs pos="0">
                <a:srgbClr val="8C1BAB"/>
              </a:gs>
              <a:gs pos="100000">
                <a:srgbClr val="F761A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gradFill flip="none" rotWithShape="1">
                <a:gsLst>
                  <a:gs pos="0">
                    <a:schemeClr val="tx1">
                      <a:tint val="66000"/>
                      <a:satMod val="160000"/>
                    </a:schemeClr>
                  </a:gs>
                  <a:gs pos="50000">
                    <a:schemeClr val="tx1">
                      <a:tint val="44500"/>
                      <a:satMod val="160000"/>
                    </a:schemeClr>
                  </a:gs>
                  <a:gs pos="100000">
                    <a:schemeClr val="tx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66111" y="5550597"/>
            <a:ext cx="18883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Club ?</a:t>
            </a:r>
            <a:endParaRPr lang="fr-FR" sz="4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5" name="Picture 2" descr="Chat free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585" y="3610573"/>
            <a:ext cx="1038733" cy="103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Programm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428" y="5395613"/>
            <a:ext cx="1038733" cy="103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6827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 txBox="1">
            <a:spLocks/>
          </p:cNvSpPr>
          <p:nvPr/>
        </p:nvSpPr>
        <p:spPr>
          <a:xfrm>
            <a:off x="0" y="0"/>
            <a:ext cx="12192000" cy="1739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/>
            <a:r>
              <a:rPr lang="fr-FR" sz="6000" dirty="0">
                <a:solidFill>
                  <a:schemeClr val="bg1"/>
                </a:solidFill>
                <a:latin typeface="Consolas" panose="020B0609020204030204" pitchFamily="49" charset="0"/>
              </a:rPr>
              <a:t>Alors </a:t>
            </a:r>
            <a:r>
              <a:rPr lang="fr-FR" sz="6000" dirty="0" err="1">
                <a:solidFill>
                  <a:schemeClr val="bg1"/>
                </a:solidFill>
                <a:latin typeface="Consolas" panose="020B0609020204030204" pitchFamily="49" charset="0"/>
              </a:rPr>
              <a:t>Ylan</a:t>
            </a:r>
            <a:endParaRPr lang="fr-FR" sz="6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 à coins arrondis 1"/>
          <p:cNvSpPr/>
          <p:nvPr/>
        </p:nvSpPr>
        <p:spPr>
          <a:xfrm>
            <a:off x="4710113" y="2886074"/>
            <a:ext cx="3176588" cy="1123950"/>
          </a:xfrm>
          <a:prstGeom prst="roundRect">
            <a:avLst/>
          </a:prstGeom>
          <a:gradFill flip="none" rotWithShape="1">
            <a:gsLst>
              <a:gs pos="88000">
                <a:srgbClr val="C32BAC"/>
              </a:gs>
              <a:gs pos="63000">
                <a:srgbClr val="FF5DF7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126" name="Picture 6" descr="Ad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076574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à coins arrondis 2"/>
          <p:cNvSpPr/>
          <p:nvPr/>
        </p:nvSpPr>
        <p:spPr>
          <a:xfrm>
            <a:off x="5819775" y="3076574"/>
            <a:ext cx="1866901" cy="7429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6519864" y="3124883"/>
            <a:ext cx="1033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/  20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7467964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34</Words>
  <Application>Microsoft Office PowerPoint</Application>
  <PresentationFormat>Grand écran</PresentationFormat>
  <Paragraphs>21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Thème Office</vt:lpstr>
      <vt:lpstr>Présentation PowerPoint</vt:lpstr>
      <vt:lpstr>Présentation PowerPoint</vt:lpstr>
      <vt:lpstr>Présentation</vt:lpstr>
      <vt:lpstr>Présentation PowerPoint</vt:lpstr>
      <vt:lpstr>Présentation PowerPoint</vt:lpstr>
      <vt:lpstr>Présentation PowerPoint</vt:lpstr>
      <vt:lpstr>Projet Futur</vt:lpstr>
      <vt:lpstr>Présentation PowerPoint</vt:lpstr>
      <vt:lpstr>Présentation PowerPoint</vt:lpstr>
      <vt:lpstr>Présentation PowerPoint</vt:lpstr>
      <vt:lpstr>Projet Futur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Ylan Moulard 14ans</dc:title>
  <dc:creator>HAMADI CHAREF Nolan</dc:creator>
  <cp:lastModifiedBy>Ismael HAMADI CHAREF</cp:lastModifiedBy>
  <cp:revision>98</cp:revision>
  <dcterms:created xsi:type="dcterms:W3CDTF">2021-09-03T09:56:20Z</dcterms:created>
  <dcterms:modified xsi:type="dcterms:W3CDTF">2021-09-16T18:44:35Z</dcterms:modified>
</cp:coreProperties>
</file>